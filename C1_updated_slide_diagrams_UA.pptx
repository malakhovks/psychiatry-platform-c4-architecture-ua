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Оновлена презентаційна діаграма C1.01 — Ландшафт системи психіатричних сценаріїв. Усі текстові написи перевірено та розміщено всередині відповідних фігур або текстових областей.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Оновлена презентаційна діаграма C1.03 — Контекст ШІ-асистента пацієнта. Усі текстові написи перевірено та розміщено всередині відповідних фігур або текстових областей.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Оновлена презентаційна діаграма C1.04 — Контекст ШІ-асистента медичного працівника. Усі текстові написи перевірено та розміщено всередині відповідних фігур або текстових областей.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1.01 — Ландшафт системи психіатричних сценарії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1.03 — Контекст ШІ-асистента пацієн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1.04 — Контекст ШІ-асистента медичного працівни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TNMU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Оновлені C1-діаграми платформи психіатричних сценаріїв</dc:title>
  <dc:subject>C1-діаграми програмної платформи психіатричних сценаріїв та алгоритмів</dc:subject>
  <dc:creator>Архітектурна команда проєкту</dc:creator>
  <cp:lastModifiedBy>Архітектурна команда проєкту</cp:lastModifiedBy>
  <cp:revision>1</cp:revision>
  <dcterms:created xsi:type="dcterms:W3CDTF">2026-06-21T09:05:21Z</dcterms:created>
  <dcterms:modified xsi:type="dcterms:W3CDTF">2026-06-21T09:05:21Z</dcterms:modified>
</cp:coreProperties>
</file>